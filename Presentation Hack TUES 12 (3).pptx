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PT Mono" panose="020B0604020202020204" charset="-52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iml5qiCSj3k9PFfL3kPWsBeWI5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62" d="100"/>
          <a:sy n="162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279932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2492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9948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655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1960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3593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1653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8408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29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4138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7597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102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1.png"/><Relationship Id="rId21" Type="http://schemas.openxmlformats.org/officeDocument/2006/relationships/image" Target="../media/image3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321019" y="2571750"/>
            <a:ext cx="5556437" cy="55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1971675" y="1989050"/>
            <a:ext cx="56578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AI </a:t>
            </a:r>
            <a:r>
              <a:rPr lang="en-US" sz="5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Lazer</a:t>
            </a:r>
            <a:r>
              <a:rPr lang="en-US" sz="5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Weeder</a:t>
            </a:r>
            <a:endParaRPr sz="5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2121924" y="3031200"/>
            <a:ext cx="5357352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T Mono"/>
              <a:buNone/>
            </a:pPr>
            <a:r>
              <a:rPr lang="en-US" sz="4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Musagenica</a:t>
            </a:r>
            <a:r>
              <a:rPr lang="en-US" sz="4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gang</a:t>
            </a:r>
            <a:endParaRPr sz="3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543300" y="3714750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00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A green circle with lines and circle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84762" y="-4019608"/>
            <a:ext cx="7880257" cy="7532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2" descr="A green circle with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328588" y="-2078551"/>
            <a:ext cx="4066523" cy="404756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244544" y="-2304674"/>
            <a:ext cx="2239782" cy="2195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960" y="199104"/>
            <a:ext cx="233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15075" y="1766888"/>
            <a:ext cx="2828925" cy="33766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871538" y="490538"/>
            <a:ext cx="7640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Проблемът и настоящите решения 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E8BB7F2-1A34-4A86-9DA5-BC1A81DA4871}"/>
              </a:ext>
            </a:extLst>
          </p:cNvPr>
          <p:cNvSpPr txBox="1"/>
          <p:nvPr/>
        </p:nvSpPr>
        <p:spPr>
          <a:xfrm>
            <a:off x="766916" y="1952671"/>
            <a:ext cx="77450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solidFill>
                  <a:schemeClr val="bg1"/>
                </a:solidFill>
              </a:rPr>
              <a:t>1. Проблемът</a:t>
            </a:r>
          </a:p>
          <a:p>
            <a:pPr marL="457200" indent="-457200">
              <a:buAutoNum type="arabicPeriod"/>
            </a:pPr>
            <a:r>
              <a:rPr lang="bg-BG" sz="2000" dirty="0">
                <a:solidFill>
                  <a:schemeClr val="bg1"/>
                </a:solidFill>
              </a:rPr>
              <a:t>Плевелите в земеделските площи, които пречат на реколтата и са сложни и досадни за отстраняване</a:t>
            </a:r>
          </a:p>
          <a:p>
            <a:pPr marL="457200" indent="-457200">
              <a:buAutoNum type="arabicPeriod"/>
            </a:pPr>
            <a:endParaRPr lang="bg-BG" sz="2000" dirty="0">
              <a:solidFill>
                <a:schemeClr val="bg1"/>
              </a:solidFill>
            </a:endParaRPr>
          </a:p>
          <a:p>
            <a:r>
              <a:rPr lang="bg-BG" sz="2000" dirty="0">
                <a:solidFill>
                  <a:schemeClr val="bg1"/>
                </a:solidFill>
              </a:rPr>
              <a:t>2. Настоящите решения</a:t>
            </a:r>
          </a:p>
          <a:p>
            <a:r>
              <a:rPr lang="bg-BG" sz="2000" dirty="0">
                <a:solidFill>
                  <a:schemeClr val="bg1"/>
                </a:solidFill>
              </a:rPr>
              <a:t>      В момента съществуват машини, които обаче са много                  </a:t>
            </a:r>
          </a:p>
          <a:p>
            <a:r>
              <a:rPr lang="bg-BG" sz="2000" dirty="0">
                <a:solidFill>
                  <a:schemeClr val="bg1"/>
                </a:solidFill>
              </a:rPr>
              <a:t>      скъпи(десетки-стотици хиляди) или препарати, които обаче</a:t>
            </a:r>
          </a:p>
          <a:p>
            <a:r>
              <a:rPr lang="bg-BG" sz="2000" dirty="0">
                <a:solidFill>
                  <a:schemeClr val="bg1"/>
                </a:solidFill>
              </a:rPr>
              <a:t>      навреждат на заобикалящата природа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 descr="A yellow circle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786326" y="-6883855"/>
            <a:ext cx="14460770" cy="1446077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829300" y="2147888"/>
            <a:ext cx="5100638" cy="510063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95938" y="1776413"/>
            <a:ext cx="3548063" cy="3367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571750"/>
            <a:ext cx="2324100" cy="202406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Цел на проекта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1005508" y="1448024"/>
            <a:ext cx="5609143" cy="2175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bg-BG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Целта на нашия проект е да улесни работата на земеделците и в същото време да е безопасно и за реколтата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4" descr="A green circle with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590070" y="-5959528"/>
            <a:ext cx="9286035" cy="9286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1438" y="1900238"/>
            <a:ext cx="5262563" cy="3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0993" y="235884"/>
            <a:ext cx="1081088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Вашето решение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4" descr="A black and gold circle with a dot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63713" y="2011875"/>
            <a:ext cx="6160575" cy="616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0DF8068-6956-4524-A43B-AD20326445B1}"/>
              </a:ext>
            </a:extLst>
          </p:cNvPr>
          <p:cNvSpPr txBox="1"/>
          <p:nvPr/>
        </p:nvSpPr>
        <p:spPr>
          <a:xfrm>
            <a:off x="1854200" y="1173817"/>
            <a:ext cx="568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>
                <a:solidFill>
                  <a:schemeClr val="bg1"/>
                </a:solidFill>
              </a:rPr>
              <a:t>Ние решихме да направим робот, който да използва </a:t>
            </a:r>
            <a:r>
              <a:rPr lang="en-US" sz="2400" dirty="0">
                <a:solidFill>
                  <a:schemeClr val="bg1"/>
                </a:solidFill>
              </a:rPr>
              <a:t>AI image recognition</a:t>
            </a:r>
            <a:r>
              <a:rPr lang="bg-BG" sz="2400" dirty="0">
                <a:solidFill>
                  <a:schemeClr val="bg1"/>
                </a:solidFill>
              </a:rPr>
              <a:t>, за да отстранява плевелите, използвайки лазер (обаче нямаме лиценз за толкова силен лазер)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871538" y="495300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 работи проектът?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5" descr="A green circle with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656057" y="2840477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 descr="A circular logo with a black background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1" y="100853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D338D28-1868-4030-9AB7-E953CFD5AB2E}"/>
              </a:ext>
            </a:extLst>
          </p:cNvPr>
          <p:cNvSpPr txBox="1"/>
          <p:nvPr/>
        </p:nvSpPr>
        <p:spPr>
          <a:xfrm>
            <a:off x="814388" y="1574423"/>
            <a:ext cx="76692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bg-BG" sz="2400" dirty="0">
                <a:solidFill>
                  <a:schemeClr val="bg1"/>
                </a:solidFill>
              </a:rPr>
              <a:t>1. Потребителят въвежда на сателитна карта маршрута, който да следва робота.</a:t>
            </a:r>
          </a:p>
          <a:p>
            <a:pPr marL="342900" indent="-342900">
              <a:buAutoNum type="arabicPeriod"/>
            </a:pPr>
            <a:r>
              <a:rPr lang="bg-BG" sz="2400" dirty="0">
                <a:solidFill>
                  <a:schemeClr val="bg1"/>
                </a:solidFill>
              </a:rPr>
              <a:t>2. Роботът следва въведения от потребителя път</a:t>
            </a:r>
          </a:p>
          <a:p>
            <a:pPr marL="342900" indent="-342900">
              <a:buAutoNum type="arabicPeriod"/>
            </a:pPr>
            <a:r>
              <a:rPr lang="bg-BG" sz="2400" dirty="0">
                <a:solidFill>
                  <a:schemeClr val="bg1"/>
                </a:solidFill>
              </a:rPr>
              <a:t>3. Ако роботът засече плевели по път, той ги премахва използвайки лазер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6" descr="A black circle with yellow line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35048" y="2158626"/>
            <a:ext cx="8979179" cy="8979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6" descr="A green circle with lines and dot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85594" y="1730001"/>
            <a:ext cx="5550087" cy="5550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2428875" y="1109663"/>
            <a:ext cx="4291013" cy="1462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5275" y="2405063"/>
            <a:ext cx="4276725" cy="273843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640556" y="1833562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Демо</a:t>
            </a:r>
            <a:r>
              <a:rPr lang="en-US" sz="525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endParaRPr sz="5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 descr="A black circle with yellow line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114977" y="2000250"/>
            <a:ext cx="6686550" cy="66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 descr="A screen shot of a clock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1607" y="-329453"/>
            <a:ext cx="4133896" cy="6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 технологии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5AB89371-E8A5-4792-8E35-3B428A019D78}"/>
              </a:ext>
            </a:extLst>
          </p:cNvPr>
          <p:cNvCxnSpPr>
            <a:cxnSpLocks/>
            <a:endCxn id="87" idx="2"/>
          </p:cNvCxnSpPr>
          <p:nvPr/>
        </p:nvCxnSpPr>
        <p:spPr>
          <a:xfrm>
            <a:off x="4572000" y="928688"/>
            <a:ext cx="0" cy="42148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83CB06A-0DD8-4DE2-8A1F-9CF16DC197A2}"/>
              </a:ext>
            </a:extLst>
          </p:cNvPr>
          <p:cNvSpPr txBox="1"/>
          <p:nvPr/>
        </p:nvSpPr>
        <p:spPr>
          <a:xfrm>
            <a:off x="1782548" y="1028641"/>
            <a:ext cx="1266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Software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5C9A889-C621-4683-B5EA-B6BFA522C26E}"/>
              </a:ext>
            </a:extLst>
          </p:cNvPr>
          <p:cNvSpPr txBox="1"/>
          <p:nvPr/>
        </p:nvSpPr>
        <p:spPr>
          <a:xfrm>
            <a:off x="552450" y="1681635"/>
            <a:ext cx="162736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HTML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Javascript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CSS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Flask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4A00110-F536-4532-983E-3D827E5DC333}"/>
              </a:ext>
            </a:extLst>
          </p:cNvPr>
          <p:cNvSpPr txBox="1"/>
          <p:nvPr/>
        </p:nvSpPr>
        <p:spPr>
          <a:xfrm>
            <a:off x="6164218" y="1028641"/>
            <a:ext cx="1353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Hardware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2C8B2CE-63B6-4FEF-9D20-05F8EF4C016F}"/>
              </a:ext>
            </a:extLst>
          </p:cNvPr>
          <p:cNvSpPr txBox="1"/>
          <p:nvPr/>
        </p:nvSpPr>
        <p:spPr>
          <a:xfrm>
            <a:off x="5141341" y="1692473"/>
            <a:ext cx="192713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Raspberry pi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6272213" y="3495675"/>
            <a:ext cx="3309938" cy="3309938"/>
          </a:xfrm>
          <a:prstGeom prst="ellipse">
            <a:avLst/>
          </a:prstGeom>
          <a:solidFill>
            <a:srgbClr val="FFB803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7488" y="2390775"/>
            <a:ext cx="2576513" cy="2700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6213" y="4763"/>
            <a:ext cx="2033588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Процес на работа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8" descr="A green circle with a black background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466225" y="3128963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C7D7600-D3FF-4442-8BC2-2B4A86E51A21}"/>
              </a:ext>
            </a:extLst>
          </p:cNvPr>
          <p:cNvSpPr txBox="1"/>
          <p:nvPr/>
        </p:nvSpPr>
        <p:spPr>
          <a:xfrm>
            <a:off x="994074" y="1428660"/>
            <a:ext cx="56543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bg1"/>
              </a:buClr>
              <a:buAutoNum type="arabicPeriod"/>
            </a:pPr>
            <a:r>
              <a:rPr lang="bg-BG" sz="2000" dirty="0">
                <a:solidFill>
                  <a:schemeClr val="bg1"/>
                </a:solidFill>
              </a:rPr>
              <a:t>Избиране на темата</a:t>
            </a:r>
          </a:p>
          <a:p>
            <a:pPr marL="457200" indent="-457200">
              <a:buClr>
                <a:schemeClr val="bg1"/>
              </a:buClr>
              <a:buAutoNum type="arabicPeriod"/>
            </a:pPr>
            <a:r>
              <a:rPr lang="bg-BG" sz="2000" dirty="0">
                <a:solidFill>
                  <a:schemeClr val="bg1"/>
                </a:solidFill>
              </a:rPr>
              <a:t>Запознаване с ментора и старт</a:t>
            </a:r>
          </a:p>
          <a:p>
            <a:pPr marL="457200" indent="-457200">
              <a:buClr>
                <a:schemeClr val="bg1"/>
              </a:buClr>
              <a:buAutoNum type="arabicPeriod"/>
            </a:pPr>
            <a:r>
              <a:rPr lang="bg-BG" sz="2000" dirty="0">
                <a:solidFill>
                  <a:schemeClr val="bg1"/>
                </a:solidFill>
              </a:rPr>
              <a:t>Разработване на проекта</a:t>
            </a:r>
          </a:p>
          <a:p>
            <a:pPr marL="457200" indent="-457200">
              <a:buClr>
                <a:schemeClr val="bg1"/>
              </a:buClr>
              <a:buAutoNum type="arabicPeriod"/>
            </a:pPr>
            <a:r>
              <a:rPr lang="bg-BG" sz="2000" dirty="0">
                <a:solidFill>
                  <a:schemeClr val="bg1"/>
                </a:solidFill>
              </a:rPr>
              <a:t>Трагедия</a:t>
            </a:r>
          </a:p>
          <a:p>
            <a:pPr marL="457200" indent="-457200">
              <a:buClr>
                <a:schemeClr val="bg1"/>
              </a:buClr>
              <a:buAutoNum type="arabicPeriod"/>
            </a:pPr>
            <a:r>
              <a:rPr lang="bg-BG" sz="2000" dirty="0">
                <a:solidFill>
                  <a:schemeClr val="bg1"/>
                </a:solidFill>
              </a:rPr>
              <a:t>Спасение</a:t>
            </a:r>
          </a:p>
          <a:p>
            <a:pPr marL="457200" indent="-457200"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552C859-D428-4DCC-BD2F-76142FDBF2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443" y="122914"/>
            <a:ext cx="1280770" cy="22678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5C95A9E-4B1B-45D3-9D64-334B44A64B0E}"/>
              </a:ext>
            </a:extLst>
          </p:cNvPr>
          <p:cNvSpPr txBox="1"/>
          <p:nvPr/>
        </p:nvSpPr>
        <p:spPr>
          <a:xfrm>
            <a:off x="994073" y="2928908"/>
            <a:ext cx="2621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000" dirty="0">
                <a:solidFill>
                  <a:schemeClr val="bg1"/>
                </a:solidFill>
              </a:rPr>
              <a:t>6.    Край на проекта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4338" y="2962275"/>
            <a:ext cx="27241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0"/>
            <a:ext cx="28098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bg-BG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ашето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преживяване</a:t>
            </a:r>
            <a:endParaRPr sz="4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1100138" y="1400175"/>
            <a:ext cx="7629524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en-US" sz="2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bg-BG" sz="2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lang="en-US" sz="2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ашият</a:t>
            </a:r>
            <a:r>
              <a:rPr lang="en-US" sz="2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екип</a:t>
            </a:r>
            <a:r>
              <a:rPr lang="bg-BG" sz="2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– </a:t>
            </a:r>
            <a:r>
              <a:rPr lang="bg-BG" sz="2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Гошко</a:t>
            </a:r>
            <a:r>
              <a:rPr lang="bg-BG" sz="2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, Боби, Дани, Пепи, Марти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en-US" sz="2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bg-BG" sz="2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lang="en-US" sz="2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ашият</a:t>
            </a:r>
            <a:r>
              <a:rPr lang="en-US" sz="2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ментор</a:t>
            </a:r>
            <a:r>
              <a:rPr lang="bg-BG" sz="2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- Еми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en-US" sz="2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en-US" sz="2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Какво</a:t>
            </a:r>
            <a:r>
              <a:rPr lang="en-US" sz="2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научихте</a:t>
            </a:r>
            <a:r>
              <a:rPr lang="en-US" sz="2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от</a:t>
            </a:r>
            <a:r>
              <a:rPr lang="en-US" sz="2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Хакатона</a:t>
            </a:r>
            <a:r>
              <a:rPr lang="en-US" sz="2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?</a:t>
            </a:r>
            <a:r>
              <a:rPr lang="bg-BG" sz="2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Научихме се на много неща като свързване и запояване, но най-важното, което научихме е да не се предаваме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9" descr="A black and gold circle with black line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7060" y="282416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0" descr="A circular object with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1475" y="428319"/>
            <a:ext cx="10786950" cy="107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0"/>
          <p:cNvSpPr/>
          <p:nvPr/>
        </p:nvSpPr>
        <p:spPr>
          <a:xfrm>
            <a:off x="871538" y="2047875"/>
            <a:ext cx="7862888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Благодарим ви за вниманието!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14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010" y="802482"/>
            <a:ext cx="1314450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76475" y="768706"/>
            <a:ext cx="1643063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8744" y="2305050"/>
            <a:ext cx="1576388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0556" y="2897980"/>
            <a:ext cx="1619250" cy="144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66900" y="2195513"/>
            <a:ext cx="1647825" cy="1338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239189" y="1435145"/>
            <a:ext cx="2052637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42807" y="1777734"/>
            <a:ext cx="1589791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297449" y="2648611"/>
            <a:ext cx="2324100" cy="1538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1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007409" y="3838575"/>
            <a:ext cx="809625" cy="96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1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193644" y="566285"/>
            <a:ext cx="377190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1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424488" y="3462338"/>
            <a:ext cx="6381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1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143875" y="1047750"/>
            <a:ext cx="58102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1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656810" y="3417755"/>
            <a:ext cx="852488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1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919788" y="4300538"/>
            <a:ext cx="881063" cy="681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1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260431" y="3284504"/>
            <a:ext cx="1804988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1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453575" y="961214"/>
            <a:ext cx="1023938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1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673659" y="2144646"/>
            <a:ext cx="13335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1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871538" y="276225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Добрита за използване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3631411" y="4517493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251</Words>
  <Application>Microsoft Office PowerPoint</Application>
  <PresentationFormat>On-screen Show (16:9)</PresentationFormat>
  <Paragraphs>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PT Mono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PptxGenJS</dc:creator>
  <cp:lastModifiedBy>Microsoft account</cp:lastModifiedBy>
  <cp:revision>11</cp:revision>
  <dcterms:created xsi:type="dcterms:W3CDTF">2026-01-15T12:11:17Z</dcterms:created>
  <dcterms:modified xsi:type="dcterms:W3CDTF">2026-03-27T22:55:03Z</dcterms:modified>
</cp:coreProperties>
</file>